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76" d="100"/>
          <a:sy n="76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CC654A-26AF-5296-D198-2C00FCCA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7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8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6809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BTAIML3-1 ANUJ TIWARI</cp:lastModifiedBy>
  <cp:revision>242</cp:revision>
  <dcterms:created xsi:type="dcterms:W3CDTF">2023-07-15T03:43:48Z</dcterms:created>
  <dcterms:modified xsi:type="dcterms:W3CDTF">2026-06-28T05:10:42Z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